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NEXUS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Engineering Intelligence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futuro da qualidade de software, powered by AI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663440"/>
            <a:ext cx="91440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663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Girardelli Tecnologia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PROBLEMA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0F172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4630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1945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457200" y="2926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projetos falham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débito técnico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91840" y="118872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0F172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46304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91840" y="21945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$85B</a:t>
            </a:r>
            <a:endParaRPr lang="en-US" sz="4200" dirty="0"/>
          </a:p>
        </p:txBody>
      </p:sp>
      <p:sp>
        <p:nvSpPr>
          <p:cNvPr id="11" name="Text 7"/>
          <p:cNvSpPr/>
          <p:nvPr/>
        </p:nvSpPr>
        <p:spPr>
          <a:xfrm>
            <a:off x="3291840" y="2926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perdidos por ano em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retrabalho de código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26480" y="118872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0F172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46304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26480" y="21945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3.5h</a:t>
            </a:r>
            <a:endParaRPr lang="en-US" sz="4200" dirty="0"/>
          </a:p>
        </p:txBody>
      </p:sp>
      <p:sp>
        <p:nvSpPr>
          <p:cNvPr id="15" name="Text 10"/>
          <p:cNvSpPr/>
          <p:nvPr/>
        </p:nvSpPr>
        <p:spPr>
          <a:xfrm>
            <a:off x="6126480" y="2926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dev/dia gastas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code review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atuais detectam sintomas. Nexus entende a causa.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SOLUÇÃO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188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não é um linter.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engenheiro de software autônomo que analisa, raciocina, e age.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688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2468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Percepção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246888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 codebase via Architect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6324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3063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Raciocínio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246888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classifica e roteia problemas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5760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657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246888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verifica qualidade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251960"/>
            <a:ext cx="320040" cy="3200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4251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2468880" y="4251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correções automaticamente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5029200" y="914400"/>
            <a:ext cx="3840480" cy="3840480"/>
          </a:xfrm>
          <a:prstGeom prst="roundRect">
            <a:avLst>
              <a:gd name="adj" fmla="val 2381"/>
            </a:avLst>
          </a:prstGeom>
          <a:solidFill>
            <a:srgbClr val="1E293B"/>
          </a:solidFill>
          <a:ln/>
        </p:spPr>
      </p:sp>
      <p:sp>
        <p:nvSpPr>
          <p:cNvPr id="20" name="Text 13"/>
          <p:cNvSpPr/>
          <p:nvPr/>
        </p:nvSpPr>
        <p:spPr>
          <a:xfrm>
            <a:off x="502920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5486400" y="1463040"/>
            <a:ext cx="2926080" cy="4572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5486400" y="1463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/ CI Plugin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5486400" y="2103120"/>
            <a:ext cx="2926080" cy="4572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5486400" y="2103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NexusPipeline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5486400" y="2743200"/>
            <a:ext cx="2926080" cy="4572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486400" y="2743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ProviderMesh (Multi-LLM)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5486400" y="3383280"/>
            <a:ext cx="2926080" cy="4572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5486400" y="3383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ReactionEngine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5486400" y="4023360"/>
            <a:ext cx="2926080" cy="4572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5486400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QUE NEXUS?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371600"/>
                <a:gridCol w="13716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SonarQube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CodeClimate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Snyk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Análise Estática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Análise de Arquitetura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Raciocínio com 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Multi-Model Routing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Auto-Correção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Domínio-Aware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 Tracking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Básico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entende contexto. Recomenda. Age.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 DE NEGÓCIO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3716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/ Open-Source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65760" y="2377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0080" y="292608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CLI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Integration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Anti-patterns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support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0972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1A2744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37160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9184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291840" y="2377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$49-99/mês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3566160" y="292608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completo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trends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(Slack, webhook)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 ilimitados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0972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37160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1792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217920" y="2377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$2-5K/mês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6492240" y="292608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(ProviderMesh)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deployment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customizadas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+ Suporte dedicado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GO-TO-MARKET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7280" y="109728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Developer-Led Growth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Q2-Q3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6888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CLI no npm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técnico (blog, talks)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 BR primeiro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Hunt launch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23360" y="109728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023360" y="10972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1554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PLG + Cloud SaaS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91840" y="1920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228600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246888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SaaS launch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tier: 1 repo, 30 dias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integração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onboarding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109728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10972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1554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Sales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0" y="1920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228600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246888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p/ empresas 500+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deployment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personas e modelos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channel (consultorias)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08960" y="1261872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1261872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MERCADO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657600" cy="3657600"/>
          </a:xfrm>
          <a:prstGeom prst="ellipse">
            <a:avLst/>
          </a:prstGeom>
          <a:solidFill>
            <a:srgbClr val="1A27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737360"/>
            <a:ext cx="2377440" cy="2377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2286000"/>
            <a:ext cx="1280160" cy="1280160"/>
          </a:xfrm>
          <a:prstGeom prst="ellipse">
            <a:avLst/>
          </a:prstGeom>
          <a:solidFill>
            <a:srgbClr val="0F4C3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88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1828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$3.2B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2560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$120M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0972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94960" y="1097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DevOps/Code Quality Tools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94960" y="1325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$15B TAM (2026)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0116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2011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Dev Tools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394960" y="2240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CAGR</a:t>
            </a:r>
            <a:endParaRPr lang="en-US" sz="1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9260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94960" y="29260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de eng 20-500 devs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394960" y="3154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segment</a:t>
            </a:r>
            <a:endParaRPr lang="en-US" sz="12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84048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94960" y="3840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com débito técnico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394960" y="40690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das empresas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STATUS ATUAL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88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909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Passando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188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560320" y="1920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188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754880" y="1920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49440" y="109728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1188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949440" y="1920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Unificados</a:t>
            </a:r>
            <a:endParaRPr lang="en-US" sz="12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834640"/>
            <a:ext cx="228600" cy="2286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05840" y="2834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 (Orchestrator, ProviderMesh, ToolGateway)</a:t>
            </a:r>
            <a:endParaRPr lang="en-US" sz="12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200400"/>
            <a:ext cx="228600" cy="2286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05840" y="3200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Layer (Architect, Sentinel, CTO Toolkit integration)</a:t>
            </a:r>
            <a:endParaRPr lang="en-US" sz="12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66160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0584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Module (Personas, Intent, Reactions, Session State)</a:t>
            </a:r>
            <a:endParaRPr lang="en-US" sz="12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31920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5840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Backend API + Dashboard Frontend</a:t>
            </a:r>
            <a:endParaRPr lang="en-US" sz="12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297680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05840" y="4297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com trend tracking e ANSI output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 DE PRODUTO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657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114300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Público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86000"/>
            <a:ext cx="1554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publish CLI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plugin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site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14300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463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Beta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06040" y="2103120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2788920" y="2286000"/>
            <a:ext cx="1554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(GitHub OAuth)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deploy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integrations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flow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114300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463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GA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103120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286000"/>
            <a:ext cx="1554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tiers live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features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quality gates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Slack/Teams alerts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35240" y="114300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1463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03720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03720" y="2103120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7086600" y="2286000"/>
            <a:ext cx="1554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option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models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SSO/SAML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p/ integrações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NEXUS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Engineering Intelligence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primeiro engenheiro de software autônomo do Brasil.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286000" y="3566160"/>
            <a:ext cx="4572000" cy="64008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2286000" y="35661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construir o futuro juntos?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Camilo Girardelli  |  girardellibaptista@gmail.com  |  Girardelli Tecnologia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— Autonomous Engineering Intelligence</dc:title>
  <dc:subject>PptxGenJS Presentation</dc:subject>
  <dc:creator>Girardelli Tecnologia</dc:creator>
  <cp:lastModifiedBy>Girardelli Tecnologia</cp:lastModifiedBy>
  <cp:revision>1</cp:revision>
  <dcterms:created xsi:type="dcterms:W3CDTF">2026-03-26T12:34:21Z</dcterms:created>
  <dcterms:modified xsi:type="dcterms:W3CDTF">2026-03-26T12:34:21Z</dcterms:modified>
</cp:coreProperties>
</file>